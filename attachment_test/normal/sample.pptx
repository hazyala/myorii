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샘플 PPTX 1번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PptxHandler 테스트용 샘플 슬라이드입니다.</a:t>
            </a:r>
          </a:p>
          <a:p>
            <a:r>
              <a:t>두 번째 줄 텍스트.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2번 슬라이드 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여기는 두 번째 슬라이드의 본문입니다.</a:t>
            </a:r>
          </a:p>
          <a:p>
            <a:r>
              <a:t>한글과 English 혼합 테스트.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3번 슬라이드 - 마지막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마지막 슬라이드 내용입니다.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